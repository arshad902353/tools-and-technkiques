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  <p:sldId id="273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18879" y="828676"/>
            <a:ext cx="2707005" cy="663322"/>
          </a:xfrm>
          <a:prstGeom prst="rect">
            <a:avLst/>
          </a:prstGeom>
        </p:spPr>
        <p:txBody>
          <a:bodyPr vert="horz" wrap="square" lIns="0" tIns="21907" rIns="0" bIns="0" rtlCol="0" anchor="ctr">
            <a:spAutoFit/>
          </a:bodyPr>
          <a:lstStyle/>
          <a:p>
            <a:pPr marL="9525" marR="3810" indent="701993">
              <a:lnSpc>
                <a:spcPts val="2497"/>
              </a:lnSpc>
              <a:spcBef>
                <a:spcPts val="172"/>
              </a:spcBef>
            </a:pPr>
            <a:r>
              <a:rPr sz="2100" dirty="0">
                <a:solidFill>
                  <a:srgbClr val="FFFFFF"/>
                </a:solidFill>
              </a:rPr>
              <a:t>Lecture</a:t>
            </a:r>
            <a:r>
              <a:rPr sz="2100" spc="-45" dirty="0">
                <a:solidFill>
                  <a:srgbClr val="FFFFFF"/>
                </a:solidFill>
              </a:rPr>
              <a:t> </a:t>
            </a:r>
            <a:r>
              <a:rPr sz="2100" dirty="0">
                <a:solidFill>
                  <a:srgbClr val="FFFFFF"/>
                </a:solidFill>
              </a:rPr>
              <a:t>#</a:t>
            </a:r>
            <a:r>
              <a:rPr sz="2100" spc="-34" dirty="0">
                <a:solidFill>
                  <a:srgbClr val="FFFFFF"/>
                </a:solidFill>
              </a:rPr>
              <a:t> </a:t>
            </a:r>
            <a:r>
              <a:rPr sz="2100" spc="-38" dirty="0">
                <a:solidFill>
                  <a:srgbClr val="FFFFFF"/>
                </a:solidFill>
              </a:rPr>
              <a:t>1 </a:t>
            </a:r>
            <a:r>
              <a:rPr sz="2100" dirty="0">
                <a:solidFill>
                  <a:srgbClr val="FFFFFF"/>
                </a:solidFill>
              </a:rPr>
              <a:t>Overview</a:t>
            </a:r>
            <a:r>
              <a:rPr sz="2100" spc="-26" dirty="0">
                <a:solidFill>
                  <a:srgbClr val="FFFFFF"/>
                </a:solidFill>
              </a:rPr>
              <a:t> </a:t>
            </a:r>
            <a:r>
              <a:rPr sz="2100" dirty="0">
                <a:solidFill>
                  <a:srgbClr val="FFFFFF"/>
                </a:solidFill>
              </a:rPr>
              <a:t>of</a:t>
            </a:r>
            <a:r>
              <a:rPr sz="2100" spc="-23" dirty="0">
                <a:solidFill>
                  <a:srgbClr val="FFFFFF"/>
                </a:solidFill>
              </a:rPr>
              <a:t> </a:t>
            </a:r>
            <a:r>
              <a:rPr sz="2100" dirty="0">
                <a:solidFill>
                  <a:srgbClr val="FFFFFF"/>
                </a:solidFill>
              </a:rPr>
              <a:t>the</a:t>
            </a:r>
            <a:r>
              <a:rPr sz="2100" spc="-30" dirty="0">
                <a:solidFill>
                  <a:srgbClr val="FFFFFF"/>
                </a:solidFill>
              </a:rPr>
              <a:t> </a:t>
            </a:r>
            <a:r>
              <a:rPr sz="2100" spc="-8" dirty="0">
                <a:solidFill>
                  <a:srgbClr val="FFFFFF"/>
                </a:solidFill>
              </a:rPr>
              <a:t>Course</a:t>
            </a:r>
            <a:endParaRPr sz="2100"/>
          </a:p>
        </p:txBody>
      </p:sp>
      <p:sp>
        <p:nvSpPr>
          <p:cNvPr id="4" name="TextBox 3"/>
          <p:cNvSpPr txBox="1"/>
          <p:nvPr/>
        </p:nvSpPr>
        <p:spPr>
          <a:xfrm>
            <a:off x="1828800" y="3714751"/>
            <a:ext cx="56007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DS602 - Tools and Techniques for Data Science</a:t>
            </a:r>
          </a:p>
          <a:p>
            <a:r>
              <a:rPr lang="en-US" sz="2400" dirty="0"/>
              <a:t>			      </a:t>
            </a:r>
            <a:r>
              <a:rPr lang="en-US" sz="2400" dirty="0" smtClean="0"/>
              <a:t>   Lecture </a:t>
            </a:r>
            <a:r>
              <a:rPr lang="en-US" sz="2400" dirty="0"/>
              <a:t># </a:t>
            </a:r>
            <a:r>
              <a:rPr lang="en-US" sz="2400" dirty="0"/>
              <a:t>5</a:t>
            </a:r>
            <a:endParaRPr lang="en-US" sz="2400" dirty="0"/>
          </a:p>
          <a:p>
            <a:pPr algn="ctr"/>
            <a:r>
              <a:rPr lang="en-US" sz="2400" dirty="0"/>
              <a:t>Danish Hamid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451" y="1714500"/>
            <a:ext cx="1764506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672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Python-set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Python-set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Python-set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Python-set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Python-set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Python-set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Python-set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Python-set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Python-set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Python-set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Python-set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Python-set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Python-set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Python-set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Python-set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Python-set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Python-set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Python-dictionary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7801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Python-dictionary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62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Python-dictionary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389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Python-dictionary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7478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Python-dictionary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0514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Python-dictionary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9898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Python-dictionary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6522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Python-dictionary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321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Python-dictionary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912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Python-dictionary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570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Python-dictionary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269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Python-dictionary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11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Python-dictionary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913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Python-dictionary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846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Python-dictionary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239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Python-dictionary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10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Python-dictionary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412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Python-dictionary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506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Python-dictionary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872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-Python-dictionary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527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2-Python-dictionary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741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3-Python-dictionary-2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8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4-Python-dictionary-2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039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Python-Functions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4574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Python-Functions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7241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Python-Functions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8444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Python-Functions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6703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Python-Functions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8009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Python-Functions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2968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Python-Functions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8883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Python-Functions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7503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Python-Functions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66923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Python-Functions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8835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Python-Functions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30446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Python-Functions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86343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Python-Functions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92381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Python-Functions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639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08427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Python-Functions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1396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Python-Functions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84023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Python-Functions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854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Python-Functions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497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52491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Python-Functions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6101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Python-Functions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84139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-Python-Functions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909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15</Words>
  <Application>Microsoft Office PowerPoint</Application>
  <PresentationFormat>On-screen Show (4:3)</PresentationFormat>
  <Paragraphs>4</Paragraphs>
  <Slides>62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5" baseType="lpstr">
      <vt:lpstr>Arial</vt:lpstr>
      <vt:lpstr>Calibri</vt:lpstr>
      <vt:lpstr>Office Theme</vt:lpstr>
      <vt:lpstr>Lecture # 1 Overview of the Course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Dell</cp:lastModifiedBy>
  <cp:revision>9</cp:revision>
  <dcterms:created xsi:type="dcterms:W3CDTF">2013-01-27T09:14:16Z</dcterms:created>
  <dcterms:modified xsi:type="dcterms:W3CDTF">2025-10-11T08:44:17Z</dcterms:modified>
  <cp:category/>
</cp:coreProperties>
</file>